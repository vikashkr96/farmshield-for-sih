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rmshield_detail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1460175" cy="71626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