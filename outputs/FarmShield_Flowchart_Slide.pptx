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armshield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74320"/>
            <a:ext cx="11460175" cy="68761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